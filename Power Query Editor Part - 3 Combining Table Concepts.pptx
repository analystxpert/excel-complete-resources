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9190C-0DCB-467F-B980-B014D0437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D1182-5D89-4707-70A9-94DAAA22F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1B4EF-61BE-868F-C470-BA8ACBF5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B069-B76C-4894-A9C6-967F878D074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52400-493F-2824-45FC-C460DC0A9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C24A3-7D20-6062-1849-A0649F87A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A1E1A-F5B6-41DB-ABB6-9EB8B7325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058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1CF8C-7606-C2BD-B56C-1BCA46F6A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2FC74-A2DA-779B-DF84-7C861A818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8E8A2-BE8A-0CF6-63D6-903FBD39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B069-B76C-4894-A9C6-967F878D074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0D6D7-5BD9-0E03-229A-B4C62D1A9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49E20-8209-F5B3-070A-6AC7840C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A1E1A-F5B6-41DB-ABB6-9EB8B7325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903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E27B8-1A77-CA40-4B43-8249505F3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68927-705B-30ED-B6BB-3EDA92BA6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2A846-D9E2-8D61-F1BA-59B61499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B069-B76C-4894-A9C6-967F878D074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FE86A-4596-D6C0-B925-D860B538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5F7C4-70CB-9B07-1CDF-1ABDF432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A1E1A-F5B6-41DB-ABB6-9EB8B7325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29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200A-FFE5-14DD-DF1D-2D86D18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933C3-F01E-18C5-4625-D68898B0A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2EAF9-2F9B-5EF5-F29B-1D5624CF0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E09F2-A780-2DA8-5CBA-5B4E3339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B069-B76C-4894-A9C6-967F878D074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E8D91-450A-4D91-DDDC-99EC2F2BB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C311F-92EE-2258-39DB-A96B97E01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A1E1A-F5B6-41DB-ABB6-9EB8B7325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32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D0A12-EEE0-E4AE-3DCA-7BA495A1B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A8D22-E287-8A5B-DE33-EB86EF162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D6433-6B9E-15EE-1C68-13D164C0E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23E2-04F5-5F90-B1F0-75AA36B1F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818DE-E0FA-22DE-18B4-5354C5ACCE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7DF22E-C753-9F2A-DFFE-6B4B530F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B069-B76C-4894-A9C6-967F878D074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B8E52E-0382-445D-11D3-23B567D25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E007CD-5238-6C51-6DAE-BA451FF0E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A1E1A-F5B6-41DB-ABB6-9EB8B7325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388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7E381-0D5D-BAE6-4664-C1D894FBB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8EF4B3-B660-7C6C-626E-214C9B846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B069-B76C-4894-A9C6-967F878D074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15A7A-BC28-8494-B8CD-856CB116F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89F52-4A98-5ABA-ECD2-275160CA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A1E1A-F5B6-41DB-ABB6-9EB8B7325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413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276DEB-3432-555F-8B06-CF79250E3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B069-B76C-4894-A9C6-967F878D074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C0067A-AE34-F66D-BFF6-1FBE3F8A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CDF95-C552-EF89-A8BC-6C8441E7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A1E1A-F5B6-41DB-ABB6-9EB8B7325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636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C1854-82DA-35A4-8B18-6A657D2FA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DCA5C-3598-9D89-2DA6-203F504BD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4C110-9094-7BF7-A7C9-130CC05DD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2359C-8EFD-992B-7FF2-ED38CD5BD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B069-B76C-4894-A9C6-967F878D074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72A79-8D0B-C01C-C8B9-90EA2CAA5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883A7-2503-93F1-7E87-49174EFF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A1E1A-F5B6-41DB-ABB6-9EB8B7325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22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4A7F2-9529-0EF1-D42E-998E2A1A5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603A07-C00A-9860-5EA9-F0A504819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CE15A-26E7-66DC-5773-65454508E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43474-C3D5-1EE0-8849-3E9691F91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B069-B76C-4894-A9C6-967F878D074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9B437-2377-3DE9-DE04-0635F1CD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DC7AC-B3FE-FEDA-CADC-736EB58A3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A1E1A-F5B6-41DB-ABB6-9EB8B7325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803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3865-46DF-E863-11C1-D42E70BF7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9E44C9-2053-B1DB-9CCC-04EDD4BE2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06699-CFB6-7A03-3234-975D67691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B069-B76C-4894-A9C6-967F878D074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8E815-227C-A814-C2F1-D5980A9A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A622F-7C8F-B818-9425-3CE5C0A31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A1E1A-F5B6-41DB-ABB6-9EB8B7325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43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F1B143-0A8D-049E-996A-EBB94BC2F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33277-1917-2307-C944-925B98A8C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DA895-3022-AC31-AEB0-289E94E5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B069-B76C-4894-A9C6-967F878D074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14DD4-5DCE-B42C-276B-DE5A75D1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F75B8-EE63-7570-5CCA-E99E72C4E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A1E1A-F5B6-41DB-ABB6-9EB8B7325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610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6B0888-4507-EB4C-0D23-D61955FE7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9C55F-7C24-3058-F5BF-EF6A6E8FA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DA128-AA95-1CAC-5D0D-44FCC4A60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7B069-B76C-4894-A9C6-967F878D074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7B944-2BD7-0B2E-82DD-7EAEB4E7D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56956-83E5-AE8A-067F-07DF8E90E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A1E1A-F5B6-41DB-ABB6-9EB8B7325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65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EB20A-DF0D-3ED9-2845-CB47E405FC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highlight>
                  <a:srgbClr val="FFFF00"/>
                </a:highlight>
              </a:rPr>
              <a:t>Combining Tables</a:t>
            </a:r>
          </a:p>
        </p:txBody>
      </p:sp>
    </p:spTree>
    <p:extLst>
      <p:ext uri="{BB962C8B-B14F-4D97-AF65-F5344CB8AC3E}">
        <p14:creationId xmlns:p14="http://schemas.microsoft.com/office/powerpoint/2010/main" val="149425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CD1560-DE61-E290-0C5C-B576DA8D3600}"/>
              </a:ext>
            </a:extLst>
          </p:cNvPr>
          <p:cNvSpPr txBox="1"/>
          <p:nvPr/>
        </p:nvSpPr>
        <p:spPr>
          <a:xfrm>
            <a:off x="2836507" y="1336119"/>
            <a:ext cx="91813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Types: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BB564E-DF3F-2F1C-CCEF-286F50C537B9}"/>
              </a:ext>
            </a:extLst>
          </p:cNvPr>
          <p:cNvSpPr txBox="1"/>
          <p:nvPr/>
        </p:nvSpPr>
        <p:spPr>
          <a:xfrm>
            <a:off x="3284376" y="2044005"/>
            <a:ext cx="46559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800" dirty="0">
                <a:solidFill>
                  <a:srgbClr val="FF0000"/>
                </a:solidFill>
              </a:rPr>
              <a:t>Append</a:t>
            </a:r>
          </a:p>
          <a:p>
            <a:pPr marL="342900" indent="-342900">
              <a:buFont typeface="+mj-lt"/>
              <a:buAutoNum type="arabicPeriod"/>
            </a:pPr>
            <a:endParaRPr lang="en-IN" sz="2800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800" dirty="0">
                <a:solidFill>
                  <a:srgbClr val="FF0000"/>
                </a:solidFill>
              </a:rPr>
              <a:t>Merge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44F138-5BF9-6B1E-3265-C6C73BA12026}"/>
              </a:ext>
            </a:extLst>
          </p:cNvPr>
          <p:cNvSpPr txBox="1"/>
          <p:nvPr/>
        </p:nvSpPr>
        <p:spPr>
          <a:xfrm>
            <a:off x="3768012" y="3308801"/>
            <a:ext cx="46559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alphaUcPeriod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Inner Join</a:t>
            </a:r>
          </a:p>
          <a:p>
            <a:pPr marL="400050" indent="-400050">
              <a:buFont typeface="+mj-lt"/>
              <a:buAutoNum type="alphaUcPeriod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Left Join / Left Outer Join</a:t>
            </a:r>
          </a:p>
          <a:p>
            <a:pPr marL="400050" indent="-400050">
              <a:buFont typeface="+mj-lt"/>
              <a:buAutoNum type="alphaUcPeriod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Right Join / Right Outer Join</a:t>
            </a:r>
          </a:p>
          <a:p>
            <a:pPr marL="400050" indent="-400050">
              <a:buFont typeface="+mj-lt"/>
              <a:buAutoNum type="alphaUcPeriod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Full Outer Join</a:t>
            </a:r>
          </a:p>
          <a:p>
            <a:pPr marL="400050" indent="-400050">
              <a:buFont typeface="+mj-lt"/>
              <a:buAutoNum type="alphaUcPeriod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Left Anti Join</a:t>
            </a:r>
          </a:p>
          <a:p>
            <a:pPr marL="400050" indent="-400050">
              <a:buFont typeface="+mj-lt"/>
              <a:buAutoNum type="alphaUcPeriod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Right Anti Join</a:t>
            </a:r>
          </a:p>
        </p:txBody>
      </p:sp>
    </p:spTree>
    <p:extLst>
      <p:ext uri="{BB962C8B-B14F-4D97-AF65-F5344CB8AC3E}">
        <p14:creationId xmlns:p14="http://schemas.microsoft.com/office/powerpoint/2010/main" val="425511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4462-2961-0B2E-916B-A504F7489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964" y="2886290"/>
            <a:ext cx="8236071" cy="1085420"/>
          </a:xfrm>
        </p:spPr>
        <p:txBody>
          <a:bodyPr>
            <a:noAutofit/>
          </a:bodyPr>
          <a:lstStyle/>
          <a:p>
            <a:r>
              <a:rPr lang="en-IN" sz="7200" dirty="0">
                <a:solidFill>
                  <a:srgbClr val="FF0000"/>
                </a:solidFill>
              </a:rPr>
              <a:t>1) </a:t>
            </a:r>
            <a:r>
              <a:rPr lang="en-IN" sz="7200" b="1" dirty="0">
                <a:solidFill>
                  <a:srgbClr val="FF0000"/>
                </a:solidFill>
              </a:rPr>
              <a:t>Appending Tables</a:t>
            </a:r>
            <a:endParaRPr lang="en-IN" sz="7200" b="1" dirty="0"/>
          </a:p>
        </p:txBody>
      </p:sp>
    </p:spTree>
    <p:extLst>
      <p:ext uri="{BB962C8B-B14F-4D97-AF65-F5344CB8AC3E}">
        <p14:creationId xmlns:p14="http://schemas.microsoft.com/office/powerpoint/2010/main" val="1823711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33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Combining Tables</vt:lpstr>
      <vt:lpstr>PowerPoint Presentation</vt:lpstr>
      <vt:lpstr>1) Appending Tables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Prabal raj</dc:creator>
  <cp:lastModifiedBy>Prabal raj</cp:lastModifiedBy>
  <cp:revision>3</cp:revision>
  <dcterms:created xsi:type="dcterms:W3CDTF">2026-01-22T11:43:59Z</dcterms:created>
  <dcterms:modified xsi:type="dcterms:W3CDTF">2026-01-22T14:40:32Z</dcterms:modified>
</cp:coreProperties>
</file>