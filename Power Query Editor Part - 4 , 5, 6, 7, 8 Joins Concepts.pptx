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47DC-FE35-16B9-F20C-9C114595E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DBF34-DE03-B277-3048-74E4A8592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D7F72-30C6-23D3-C646-F4898826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25F1B-4CB4-2898-34A0-B86372BA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8B439-DB7D-EA0E-2A64-3898C907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37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25EE-2E97-24D8-F169-791480B8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304E-AEED-D0E0-0241-966B033FB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D602C-84B4-27E9-86EE-66F3E43E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B295D-2D66-9603-B96B-6D3BD955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75B2F-EB5D-72CB-E0E2-570B4829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16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BE56-4598-62EF-06F5-656D9F4B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6900D-D552-359E-656C-110D2ACE1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D94B7-1DD1-5F74-752E-EA67404C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37F13-F3E1-893D-9A6F-3C3EE340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2B05E-A6C7-76D0-C4A1-06EE52F38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232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613F-1ED3-AE3D-54B7-CE82D775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0A9D2-C370-6EAB-C6F4-2CAF9A2B0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BC05-445F-89E0-B2B7-DA554A5F8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09870-9F66-7809-7F3C-D787CD8A2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11096-DEE8-77E2-A9BD-6537937F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C5EEF-836F-5FEB-E2DE-41F12AEC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93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201A-2906-0844-7314-1A918510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3ECC3-4930-4853-F0D2-C9D63B465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6372F-2398-CD16-35AF-038803FD3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44C13-8E3A-832E-2BDB-263AE30E0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2E584-9781-479F-4ED1-7B729D1CC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B32D7A-A2D2-EF2F-9302-BD73D265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026BA-DDD6-3A2E-B3D9-90967600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209C0-DADF-20AD-2DCD-93C9EEDF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32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0FA3-51A1-0280-8267-57114084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2340A-B8B4-590A-7BC8-78F6BC8E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589EC-8E62-8BC9-8E0D-F889CBCD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B532E-AD5A-FF8B-DBF5-E94721E8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38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4A319-CA6A-A8CB-0C99-BF9C23A3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A5936E-B7E7-54C5-4B8D-17FEE3D01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7454B-F3D8-75CC-97EE-9F3E52DC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87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68D7-FEED-F303-6CCD-CAC96049F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D29C5-D1E5-908B-1D10-52D53A509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18F02-8E24-38E4-4834-A5BFFD537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58159-801F-7451-6998-C9497BFE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894EB-7821-7555-5CE6-E45868DD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B913A-AC7C-1802-89C0-9AE17750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7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6118-4BB6-6A7B-CF50-26BAC363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A77F06-D68F-6505-8B9D-7740D1F8B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7B507-B029-4F7A-8FA2-4D8FE1666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FADF5-E776-2319-F938-6B1CFA8A7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504E8-92C6-D54C-39D2-C54529D2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C8D66-AA7B-3D1E-445A-12DF21FF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24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9FF8-21F3-5FB9-64A9-CC4315CC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58D29-5ADC-E178-631F-F4A12C4C3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DBE76-0FB5-0592-1038-F22F86767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3BA1F-F18D-ADF7-F36E-B2E01DF76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85DE8-C7ED-DDA2-E6FC-0B71023A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59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D1BF74-F8CC-6EE2-FC40-DAA69EA41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3B3C1-36D8-41C8-8CFE-37AAFA4B4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B9C01-639E-D8AD-96EF-2BC32872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4E92F-98C7-87B3-8EF9-8221372E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EB9C2-5AF3-BF4E-1ED9-7CD1D4DB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6DEB1C-88AB-113C-B68C-E86F83B0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1FC2F-7CAF-7118-A8BC-7C3D12D94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0C8F8-B647-001B-99D5-0441E6A57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69DC9-8A9E-445E-926B-3803B06AC0BB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A97DA-7E0E-1A1D-E79A-4FC167B3E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8DA76-67F6-1D8D-110D-C4F3AFEAF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F2906-02D1-465D-9CEC-6D8DDF6B3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81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01FC6-4E98-D7DD-9C71-E623436F7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69975"/>
            <a:ext cx="9144000" cy="113998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Merge Tables</a:t>
            </a:r>
          </a:p>
        </p:txBody>
      </p:sp>
    </p:spTree>
    <p:extLst>
      <p:ext uri="{BB962C8B-B14F-4D97-AF65-F5344CB8AC3E}">
        <p14:creationId xmlns:p14="http://schemas.microsoft.com/office/powerpoint/2010/main" val="1065121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F3E4-6E16-6F92-E9BF-905B76A8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D6D3C-E0F3-5708-3478-3196C0827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Inner Join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Left Join / Left Outer Join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Right Join / Right Outer Join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Full Outer Join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Left Anti Join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Right Anti Join</a:t>
            </a:r>
          </a:p>
        </p:txBody>
      </p:sp>
    </p:spTree>
    <p:extLst>
      <p:ext uri="{BB962C8B-B14F-4D97-AF65-F5344CB8AC3E}">
        <p14:creationId xmlns:p14="http://schemas.microsoft.com/office/powerpoint/2010/main" val="126730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4AEB0-002B-D5F6-9BBC-AB9E2215276F}"/>
              </a:ext>
            </a:extLst>
          </p:cNvPr>
          <p:cNvSpPr txBox="1"/>
          <p:nvPr/>
        </p:nvSpPr>
        <p:spPr>
          <a:xfrm>
            <a:off x="666104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3A5DD-4A06-A73E-F7D3-81126A536B91}"/>
              </a:ext>
            </a:extLst>
          </p:cNvPr>
          <p:cNvSpPr txBox="1"/>
          <p:nvPr/>
        </p:nvSpPr>
        <p:spPr>
          <a:xfrm>
            <a:off x="2870718" y="1151408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3DED8-417F-D850-9C6D-13F61FB39386}"/>
              </a:ext>
            </a:extLst>
          </p:cNvPr>
          <p:cNvSpPr txBox="1"/>
          <p:nvPr/>
        </p:nvSpPr>
        <p:spPr>
          <a:xfrm>
            <a:off x="3890865" y="261257"/>
            <a:ext cx="4058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highlight>
                  <a:srgbClr val="00FFFF"/>
                </a:highlight>
              </a:rPr>
              <a:t>1.) </a:t>
            </a:r>
            <a:r>
              <a:rPr lang="en-IN" sz="3200" b="1" u="sng" dirty="0">
                <a:highlight>
                  <a:srgbClr val="00FFFF"/>
                </a:highlight>
              </a:rPr>
              <a:t>Inner Join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0145C4-6CBC-0129-AE08-3D0BFC37D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12883"/>
              </p:ext>
            </p:extLst>
          </p:nvPr>
        </p:nvGraphicFramePr>
        <p:xfrm>
          <a:off x="91234" y="1784565"/>
          <a:ext cx="20921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521783588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172239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9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65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39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9654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D62B1-72BF-1D44-4DC4-AB118EFA2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23032"/>
              </p:ext>
            </p:extLst>
          </p:nvPr>
        </p:nvGraphicFramePr>
        <p:xfrm>
          <a:off x="2295848" y="1784565"/>
          <a:ext cx="20921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927483779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3055572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SID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8978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6064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44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07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5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98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358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D1CC34A-7A90-C9DD-7352-54CC6E9021E2}"/>
              </a:ext>
            </a:extLst>
          </p:cNvPr>
          <p:cNvSpPr txBox="1"/>
          <p:nvPr/>
        </p:nvSpPr>
        <p:spPr>
          <a:xfrm>
            <a:off x="8173618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Result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945018-D85E-03FB-9B4C-D95C1F1C4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866071"/>
              </p:ext>
            </p:extLst>
          </p:nvPr>
        </p:nvGraphicFramePr>
        <p:xfrm>
          <a:off x="4907902" y="1811348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408147304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1559637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7399895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83729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Table1.SID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Table1.Name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10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D221B6-2E5A-8FA8-1F4E-917AAD2E6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769750"/>
              </p:ext>
            </p:extLst>
          </p:nvPr>
        </p:nvGraphicFramePr>
        <p:xfrm>
          <a:off x="4907902" y="2155405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237994975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11175679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96253910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4002014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480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D1D26E-0B98-34A4-8A92-1934CC3D6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980234"/>
              </p:ext>
            </p:extLst>
          </p:nvPr>
        </p:nvGraphicFramePr>
        <p:xfrm>
          <a:off x="4907902" y="2526245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118505248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63600822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308337546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10796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02824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F32EB9-B18D-6C6D-CEFF-66BAD8702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257813"/>
              </p:ext>
            </p:extLst>
          </p:nvPr>
        </p:nvGraphicFramePr>
        <p:xfrm>
          <a:off x="4907900" y="2872740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25296767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31421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223850167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44901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3201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333A8D1-EE68-88DC-ECD7-968551980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143154"/>
              </p:ext>
            </p:extLst>
          </p:nvPr>
        </p:nvGraphicFramePr>
        <p:xfrm>
          <a:off x="4907900" y="3216797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355708685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58032039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915988426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186292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83266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A660D90-2AF1-4AB7-F76C-994561FDE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3137"/>
              </p:ext>
            </p:extLst>
          </p:nvPr>
        </p:nvGraphicFramePr>
        <p:xfrm>
          <a:off x="4907900" y="3563292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3769130223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412234611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71173361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581829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825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58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4AEB0-002B-D5F6-9BBC-AB9E2215276F}"/>
              </a:ext>
            </a:extLst>
          </p:cNvPr>
          <p:cNvSpPr txBox="1"/>
          <p:nvPr/>
        </p:nvSpPr>
        <p:spPr>
          <a:xfrm>
            <a:off x="666104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3A5DD-4A06-A73E-F7D3-81126A536B91}"/>
              </a:ext>
            </a:extLst>
          </p:cNvPr>
          <p:cNvSpPr txBox="1"/>
          <p:nvPr/>
        </p:nvSpPr>
        <p:spPr>
          <a:xfrm>
            <a:off x="2870718" y="1151408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3DED8-417F-D850-9C6D-13F61FB39386}"/>
              </a:ext>
            </a:extLst>
          </p:cNvPr>
          <p:cNvSpPr txBox="1"/>
          <p:nvPr/>
        </p:nvSpPr>
        <p:spPr>
          <a:xfrm>
            <a:off x="3380791" y="279666"/>
            <a:ext cx="5430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highlight>
                  <a:srgbClr val="00FFFF"/>
                </a:highlight>
              </a:rPr>
              <a:t>2.) </a:t>
            </a:r>
            <a:r>
              <a:rPr lang="en-IN" sz="3200" b="1" u="sng" dirty="0">
                <a:highlight>
                  <a:srgbClr val="00FFFF"/>
                </a:highlight>
              </a:rPr>
              <a:t>Left Join/Left Outer Join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0145C4-6CBC-0129-AE08-3D0BFC37D46F}"/>
              </a:ext>
            </a:extLst>
          </p:cNvPr>
          <p:cNvGraphicFramePr>
            <a:graphicFrameLocks noGrp="1"/>
          </p:cNvGraphicFramePr>
          <p:nvPr/>
        </p:nvGraphicFramePr>
        <p:xfrm>
          <a:off x="91234" y="1784565"/>
          <a:ext cx="20921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521783588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172239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9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65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39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9654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D62B1-72BF-1D44-4DC4-AB118EFA207C}"/>
              </a:ext>
            </a:extLst>
          </p:cNvPr>
          <p:cNvGraphicFramePr>
            <a:graphicFrameLocks noGrp="1"/>
          </p:cNvGraphicFramePr>
          <p:nvPr/>
        </p:nvGraphicFramePr>
        <p:xfrm>
          <a:off x="2295848" y="1784565"/>
          <a:ext cx="20921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927483779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3055572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SID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8978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6064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44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07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5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98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358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D1CC34A-7A90-C9DD-7352-54CC6E9021E2}"/>
              </a:ext>
            </a:extLst>
          </p:cNvPr>
          <p:cNvSpPr txBox="1"/>
          <p:nvPr/>
        </p:nvSpPr>
        <p:spPr>
          <a:xfrm>
            <a:off x="8173618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Result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945018-D85E-03FB-9B4C-D95C1F1C4CE6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1811348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408147304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1559637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7399895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83729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Table1.SID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Table1.Name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10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D221B6-2E5A-8FA8-1F4E-917AAD2E640C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2155405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237994975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11175679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96253910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4002014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480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D1D26E-0B98-34A4-8A92-1934CC3D68DA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2526245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118505248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63600822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308337546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10796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02824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F32EB9-B18D-6C6D-CEFF-66BAD8702F0D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2872740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25296767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31421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223850167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44901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3201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333A8D1-EE68-88DC-ECD7-96855198077A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3216797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355708685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58032039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915988426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186292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83266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A660D90-2AF1-4AB7-F76C-994561FDE6BB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3563292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3769130223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412234611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71173361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581829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8250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BE8F2-7AF8-18A3-608C-FA2B3DBF1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758406"/>
              </p:ext>
            </p:extLst>
          </p:nvPr>
        </p:nvGraphicFramePr>
        <p:xfrm>
          <a:off x="4907900" y="3931694"/>
          <a:ext cx="71928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217">
                  <a:extLst>
                    <a:ext uri="{9D8B030D-6E8A-4147-A177-3AD203B41FA5}">
                      <a16:colId xmlns:a16="http://schemas.microsoft.com/office/drawing/2014/main" val="1238444543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840745160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962369126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426905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Pooja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91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00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4AEB0-002B-D5F6-9BBC-AB9E2215276F}"/>
              </a:ext>
            </a:extLst>
          </p:cNvPr>
          <p:cNvSpPr txBox="1"/>
          <p:nvPr/>
        </p:nvSpPr>
        <p:spPr>
          <a:xfrm>
            <a:off x="666104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3A5DD-4A06-A73E-F7D3-81126A536B91}"/>
              </a:ext>
            </a:extLst>
          </p:cNvPr>
          <p:cNvSpPr txBox="1"/>
          <p:nvPr/>
        </p:nvSpPr>
        <p:spPr>
          <a:xfrm>
            <a:off x="2870718" y="1151408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3DED8-417F-D850-9C6D-13F61FB39386}"/>
              </a:ext>
            </a:extLst>
          </p:cNvPr>
          <p:cNvSpPr txBox="1"/>
          <p:nvPr/>
        </p:nvSpPr>
        <p:spPr>
          <a:xfrm>
            <a:off x="3259493" y="246921"/>
            <a:ext cx="5673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highlight>
                  <a:srgbClr val="00FFFF"/>
                </a:highlight>
              </a:rPr>
              <a:t>3.) </a:t>
            </a:r>
            <a:r>
              <a:rPr lang="en-IN" sz="3200" b="1" u="sng" dirty="0">
                <a:highlight>
                  <a:srgbClr val="00FFFF"/>
                </a:highlight>
              </a:rPr>
              <a:t>Right Join/Right Outer Join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0145C4-6CBC-0129-AE08-3D0BFC37D46F}"/>
              </a:ext>
            </a:extLst>
          </p:cNvPr>
          <p:cNvGraphicFramePr>
            <a:graphicFrameLocks noGrp="1"/>
          </p:cNvGraphicFramePr>
          <p:nvPr/>
        </p:nvGraphicFramePr>
        <p:xfrm>
          <a:off x="91234" y="1784565"/>
          <a:ext cx="20921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521783588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172239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9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65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39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9654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D62B1-72BF-1D44-4DC4-AB118EFA207C}"/>
              </a:ext>
            </a:extLst>
          </p:cNvPr>
          <p:cNvGraphicFramePr>
            <a:graphicFrameLocks noGrp="1"/>
          </p:cNvGraphicFramePr>
          <p:nvPr/>
        </p:nvGraphicFramePr>
        <p:xfrm>
          <a:off x="2295848" y="1784565"/>
          <a:ext cx="20921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927483779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3055572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SID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8978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6064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44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07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5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98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358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D1CC34A-7A90-C9DD-7352-54CC6E9021E2}"/>
              </a:ext>
            </a:extLst>
          </p:cNvPr>
          <p:cNvSpPr txBox="1"/>
          <p:nvPr/>
        </p:nvSpPr>
        <p:spPr>
          <a:xfrm>
            <a:off x="8173618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Result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945018-D85E-03FB-9B4C-D95C1F1C4CE6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1811348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408147304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1559637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7399895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83729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Table1.SID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Table1.Name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10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D221B6-2E5A-8FA8-1F4E-917AAD2E640C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2155405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237994975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11175679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96253910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4002014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480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D1D26E-0B98-34A4-8A92-1934CC3D68DA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2526245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118505248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63600822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308337546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10796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02824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F32EB9-B18D-6C6D-CEFF-66BAD8702F0D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2872740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25296767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31421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223850167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44901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3201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333A8D1-EE68-88DC-ECD7-96855198077A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3216797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355708685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58032039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915988426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186292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83266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A660D90-2AF1-4AB7-F76C-994561FDE6BB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3563292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3769130223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412234611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71173361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581829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8250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BE8F2-7AF8-18A3-608C-FA2B3DBF1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224588"/>
              </p:ext>
            </p:extLst>
          </p:nvPr>
        </p:nvGraphicFramePr>
        <p:xfrm>
          <a:off x="4907900" y="3931694"/>
          <a:ext cx="71928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217">
                  <a:extLst>
                    <a:ext uri="{9D8B030D-6E8A-4147-A177-3AD203B41FA5}">
                      <a16:colId xmlns:a16="http://schemas.microsoft.com/office/drawing/2014/main" val="1238444543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840745160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962369126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426905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91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91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4AEB0-002B-D5F6-9BBC-AB9E2215276F}"/>
              </a:ext>
            </a:extLst>
          </p:cNvPr>
          <p:cNvSpPr txBox="1"/>
          <p:nvPr/>
        </p:nvSpPr>
        <p:spPr>
          <a:xfrm>
            <a:off x="666104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3A5DD-4A06-A73E-F7D3-81126A536B91}"/>
              </a:ext>
            </a:extLst>
          </p:cNvPr>
          <p:cNvSpPr txBox="1"/>
          <p:nvPr/>
        </p:nvSpPr>
        <p:spPr>
          <a:xfrm>
            <a:off x="2870718" y="1151408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3DED8-417F-D850-9C6D-13F61FB39386}"/>
              </a:ext>
            </a:extLst>
          </p:cNvPr>
          <p:cNvSpPr txBox="1"/>
          <p:nvPr/>
        </p:nvSpPr>
        <p:spPr>
          <a:xfrm>
            <a:off x="3890865" y="261257"/>
            <a:ext cx="4058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highlight>
                  <a:srgbClr val="00FFFF"/>
                </a:highlight>
              </a:rPr>
              <a:t>4.) </a:t>
            </a:r>
            <a:r>
              <a:rPr lang="en-IN" sz="3200" b="1" u="sng" dirty="0">
                <a:highlight>
                  <a:srgbClr val="00FFFF"/>
                </a:highlight>
              </a:rPr>
              <a:t>Full Outer Join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0145C4-6CBC-0129-AE08-3D0BFC37D46F}"/>
              </a:ext>
            </a:extLst>
          </p:cNvPr>
          <p:cNvGraphicFramePr>
            <a:graphicFrameLocks noGrp="1"/>
          </p:cNvGraphicFramePr>
          <p:nvPr/>
        </p:nvGraphicFramePr>
        <p:xfrm>
          <a:off x="91234" y="1784565"/>
          <a:ext cx="20921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521783588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172239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9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65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39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9654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D62B1-72BF-1D44-4DC4-AB118EFA207C}"/>
              </a:ext>
            </a:extLst>
          </p:cNvPr>
          <p:cNvGraphicFramePr>
            <a:graphicFrameLocks noGrp="1"/>
          </p:cNvGraphicFramePr>
          <p:nvPr/>
        </p:nvGraphicFramePr>
        <p:xfrm>
          <a:off x="2295848" y="1784565"/>
          <a:ext cx="20921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927483779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3055572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SID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8978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6064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44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07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5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98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358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D1CC34A-7A90-C9DD-7352-54CC6E9021E2}"/>
              </a:ext>
            </a:extLst>
          </p:cNvPr>
          <p:cNvSpPr txBox="1"/>
          <p:nvPr/>
        </p:nvSpPr>
        <p:spPr>
          <a:xfrm>
            <a:off x="8173618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Result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945018-D85E-03FB-9B4C-D95C1F1C4CE6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1811348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408147304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1559637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7399895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83729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Table1.SID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Table1.Name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10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D221B6-2E5A-8FA8-1F4E-917AAD2E640C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2155405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237994975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11175679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96253910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4002014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480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D1D26E-0B98-34A4-8A92-1934CC3D68DA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2526245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118505248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63600822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308337546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10796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02824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F32EB9-B18D-6C6D-CEFF-66BAD8702F0D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2872740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25296767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31421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223850167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44901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3201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333A8D1-EE68-88DC-ECD7-96855198077A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3216797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3557086852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58032039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915988426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186292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83266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A660D90-2AF1-4AB7-F76C-994561FDE6BB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3563292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3769130223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412234611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711733615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581829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8250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BE8F2-7AF8-18A3-608C-FA2B3DBF114D}"/>
              </a:ext>
            </a:extLst>
          </p:cNvPr>
          <p:cNvGraphicFramePr>
            <a:graphicFrameLocks noGrp="1"/>
          </p:cNvGraphicFramePr>
          <p:nvPr/>
        </p:nvGraphicFramePr>
        <p:xfrm>
          <a:off x="4907900" y="3931694"/>
          <a:ext cx="71928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217">
                  <a:extLst>
                    <a:ext uri="{9D8B030D-6E8A-4147-A177-3AD203B41FA5}">
                      <a16:colId xmlns:a16="http://schemas.microsoft.com/office/drawing/2014/main" val="1238444543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840745160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962369126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426905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9145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E50573-E20F-4A22-5C4B-844B21268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8409"/>
              </p:ext>
            </p:extLst>
          </p:nvPr>
        </p:nvGraphicFramePr>
        <p:xfrm>
          <a:off x="4907898" y="4275751"/>
          <a:ext cx="71928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217">
                  <a:extLst>
                    <a:ext uri="{9D8B030D-6E8A-4147-A177-3AD203B41FA5}">
                      <a16:colId xmlns:a16="http://schemas.microsoft.com/office/drawing/2014/main" val="1238444543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840745160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962369126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426905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Pooja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91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16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4AEB0-002B-D5F6-9BBC-AB9E2215276F}"/>
              </a:ext>
            </a:extLst>
          </p:cNvPr>
          <p:cNvSpPr txBox="1"/>
          <p:nvPr/>
        </p:nvSpPr>
        <p:spPr>
          <a:xfrm>
            <a:off x="666104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3A5DD-4A06-A73E-F7D3-81126A536B91}"/>
              </a:ext>
            </a:extLst>
          </p:cNvPr>
          <p:cNvSpPr txBox="1"/>
          <p:nvPr/>
        </p:nvSpPr>
        <p:spPr>
          <a:xfrm>
            <a:off x="2870718" y="1151408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3DED8-417F-D850-9C6D-13F61FB39386}"/>
              </a:ext>
            </a:extLst>
          </p:cNvPr>
          <p:cNvSpPr txBox="1"/>
          <p:nvPr/>
        </p:nvSpPr>
        <p:spPr>
          <a:xfrm>
            <a:off x="3890865" y="261257"/>
            <a:ext cx="4058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highlight>
                  <a:srgbClr val="00FFFF"/>
                </a:highlight>
              </a:rPr>
              <a:t>5.) </a:t>
            </a:r>
            <a:r>
              <a:rPr lang="en-IN" sz="3200" b="1" u="sng" dirty="0">
                <a:highlight>
                  <a:srgbClr val="00FFFF"/>
                </a:highlight>
              </a:rPr>
              <a:t>Left Anti Join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0145C4-6CBC-0129-AE08-3D0BFC37D46F}"/>
              </a:ext>
            </a:extLst>
          </p:cNvPr>
          <p:cNvGraphicFramePr>
            <a:graphicFrameLocks noGrp="1"/>
          </p:cNvGraphicFramePr>
          <p:nvPr/>
        </p:nvGraphicFramePr>
        <p:xfrm>
          <a:off x="91234" y="1784565"/>
          <a:ext cx="20921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521783588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172239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9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65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39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9654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D62B1-72BF-1D44-4DC4-AB118EFA207C}"/>
              </a:ext>
            </a:extLst>
          </p:cNvPr>
          <p:cNvGraphicFramePr>
            <a:graphicFrameLocks noGrp="1"/>
          </p:cNvGraphicFramePr>
          <p:nvPr/>
        </p:nvGraphicFramePr>
        <p:xfrm>
          <a:off x="2295848" y="1784565"/>
          <a:ext cx="20921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927483779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3055572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SID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8978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6064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44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07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5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98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358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D1CC34A-7A90-C9DD-7352-54CC6E9021E2}"/>
              </a:ext>
            </a:extLst>
          </p:cNvPr>
          <p:cNvSpPr txBox="1"/>
          <p:nvPr/>
        </p:nvSpPr>
        <p:spPr>
          <a:xfrm>
            <a:off x="8173618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Result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945018-D85E-03FB-9B4C-D95C1F1C4CE6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1811348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408147304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1559637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7399895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83729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Table1.SID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Table1.Name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10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E50573-E20F-4A22-5C4B-844B21268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949724"/>
              </p:ext>
            </p:extLst>
          </p:nvPr>
        </p:nvGraphicFramePr>
        <p:xfrm>
          <a:off x="4907902" y="2182188"/>
          <a:ext cx="71928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217">
                  <a:extLst>
                    <a:ext uri="{9D8B030D-6E8A-4147-A177-3AD203B41FA5}">
                      <a16:colId xmlns:a16="http://schemas.microsoft.com/office/drawing/2014/main" val="1238444543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840745160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962369126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426905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Pooja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91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7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4AEB0-002B-D5F6-9BBC-AB9E2215276F}"/>
              </a:ext>
            </a:extLst>
          </p:cNvPr>
          <p:cNvSpPr txBox="1"/>
          <p:nvPr/>
        </p:nvSpPr>
        <p:spPr>
          <a:xfrm>
            <a:off x="666104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3A5DD-4A06-A73E-F7D3-81126A536B91}"/>
              </a:ext>
            </a:extLst>
          </p:cNvPr>
          <p:cNvSpPr txBox="1"/>
          <p:nvPr/>
        </p:nvSpPr>
        <p:spPr>
          <a:xfrm>
            <a:off x="2870718" y="1151408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Table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3DED8-417F-D850-9C6D-13F61FB39386}"/>
              </a:ext>
            </a:extLst>
          </p:cNvPr>
          <p:cNvSpPr txBox="1"/>
          <p:nvPr/>
        </p:nvSpPr>
        <p:spPr>
          <a:xfrm>
            <a:off x="3890865" y="261257"/>
            <a:ext cx="4058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highlight>
                  <a:srgbClr val="00FFFF"/>
                </a:highlight>
              </a:rPr>
              <a:t>6.) </a:t>
            </a:r>
            <a:r>
              <a:rPr lang="en-IN" sz="3200" b="1" u="sng" dirty="0">
                <a:highlight>
                  <a:srgbClr val="00FFFF"/>
                </a:highlight>
              </a:rPr>
              <a:t>Right Anti Join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0145C4-6CBC-0129-AE08-3D0BFC37D46F}"/>
              </a:ext>
            </a:extLst>
          </p:cNvPr>
          <p:cNvGraphicFramePr>
            <a:graphicFrameLocks noGrp="1"/>
          </p:cNvGraphicFramePr>
          <p:nvPr/>
        </p:nvGraphicFramePr>
        <p:xfrm>
          <a:off x="91234" y="1784565"/>
          <a:ext cx="20921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521783588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172239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905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65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Anita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39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6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Pooja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9654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D62B1-72BF-1D44-4DC4-AB118EFA207C}"/>
              </a:ext>
            </a:extLst>
          </p:cNvPr>
          <p:cNvGraphicFramePr>
            <a:graphicFrameLocks noGrp="1"/>
          </p:cNvGraphicFramePr>
          <p:nvPr/>
        </p:nvGraphicFramePr>
        <p:xfrm>
          <a:off x="2295848" y="1784565"/>
          <a:ext cx="20921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66">
                  <a:extLst>
                    <a:ext uri="{9D8B030D-6E8A-4147-A177-3AD203B41FA5}">
                      <a16:colId xmlns:a16="http://schemas.microsoft.com/office/drawing/2014/main" val="1927483779"/>
                    </a:ext>
                  </a:extLst>
                </a:gridCol>
                <a:gridCol w="1046066">
                  <a:extLst>
                    <a:ext uri="{9D8B030D-6E8A-4147-A177-3AD203B41FA5}">
                      <a16:colId xmlns:a16="http://schemas.microsoft.com/office/drawing/2014/main" val="3055572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SID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8978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6064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44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07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5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98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358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D1CC34A-7A90-C9DD-7352-54CC6E9021E2}"/>
              </a:ext>
            </a:extLst>
          </p:cNvPr>
          <p:cNvSpPr txBox="1"/>
          <p:nvPr/>
        </p:nvSpPr>
        <p:spPr>
          <a:xfrm>
            <a:off x="8173618" y="1155049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Result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945018-D85E-03FB-9B4C-D95C1F1C4CE6}"/>
              </a:ext>
            </a:extLst>
          </p:cNvPr>
          <p:cNvGraphicFramePr>
            <a:graphicFrameLocks noGrp="1"/>
          </p:cNvGraphicFramePr>
          <p:nvPr/>
        </p:nvGraphicFramePr>
        <p:xfrm>
          <a:off x="4907902" y="1811348"/>
          <a:ext cx="71928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546">
                  <a:extLst>
                    <a:ext uri="{9D8B030D-6E8A-4147-A177-3AD203B41FA5}">
                      <a16:colId xmlns:a16="http://schemas.microsoft.com/office/drawing/2014/main" val="1408147304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2415596371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3473998959"/>
                    </a:ext>
                  </a:extLst>
                </a:gridCol>
                <a:gridCol w="1797440">
                  <a:extLst>
                    <a:ext uri="{9D8B030D-6E8A-4147-A177-3AD203B41FA5}">
                      <a16:colId xmlns:a16="http://schemas.microsoft.com/office/drawing/2014/main" val="1083729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Table1.SID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Table1.Name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Table2.Address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10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E50573-E20F-4A22-5C4B-844B21268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454756"/>
              </p:ext>
            </p:extLst>
          </p:nvPr>
        </p:nvGraphicFramePr>
        <p:xfrm>
          <a:off x="4907902" y="2182188"/>
          <a:ext cx="71928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217">
                  <a:extLst>
                    <a:ext uri="{9D8B030D-6E8A-4147-A177-3AD203B41FA5}">
                      <a16:colId xmlns:a16="http://schemas.microsoft.com/office/drawing/2014/main" val="1238444543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840745160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962369126"/>
                    </a:ext>
                  </a:extLst>
                </a:gridCol>
                <a:gridCol w="1798217">
                  <a:extLst>
                    <a:ext uri="{9D8B030D-6E8A-4147-A177-3AD203B41FA5}">
                      <a16:colId xmlns:a16="http://schemas.microsoft.com/office/drawing/2014/main" val="2426905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91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8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411</Words>
  <Application>Microsoft Office PowerPoint</Application>
  <PresentationFormat>Widescreen</PresentationFormat>
  <Paragraphs>304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Merge Tables</vt:lpstr>
      <vt:lpstr>Joins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Prabal raj</dc:creator>
  <cp:lastModifiedBy>Prabal raj</cp:lastModifiedBy>
  <cp:revision>2</cp:revision>
  <dcterms:created xsi:type="dcterms:W3CDTF">2026-01-22T14:57:22Z</dcterms:created>
  <dcterms:modified xsi:type="dcterms:W3CDTF">2026-01-22T18:32:09Z</dcterms:modified>
</cp:coreProperties>
</file>